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02CD6-9AE1-4BFC-9A42-DC12C58CDA5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55763-5E42-4A71-AC3F-38C4ED174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421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E55763-5E42-4A71-AC3F-38C4ED174FC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261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E55763-5E42-4A71-AC3F-38C4ED174FC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516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E55763-5E42-4A71-AC3F-38C4ED174FC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410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68666-85B7-35BA-1330-E1BC0607A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52AE5-BD3A-47EB-81B6-19C15341C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B853A-79CB-256F-CF7C-6B7BB1E16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1CD24-6196-4A7D-A10B-38BBBD8B3EA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5FF-1533-4487-A8AD-C10DE5606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6CC28-32A4-40D9-788A-62B4A607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6DD6D-E6F2-4E9A-96F6-D26DAAF87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541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83CC3-5EEE-9F34-099F-08F08CCF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AAB12-6D1C-5CB5-D0DC-AEF935ECA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9389D-AF99-1B90-4F57-186B6F67F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1CD24-6196-4A7D-A10B-38BBBD8B3EA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3DBD-8F97-55C1-8202-560B32A7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ACFB3-C725-040F-7276-A4C758C1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6DD6D-E6F2-4E9A-96F6-D26DAAF87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68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20C0-E034-6C74-89DF-D0534B69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E8B80-A5A8-4339-9D53-F6C8960C9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B1ABF-B509-0D10-4F42-EA787544F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1CD24-6196-4A7D-A10B-38BBBD8B3EA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09F09-145F-9786-9289-EF5B05E6F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47C3D-00D5-D30C-8278-625135FB9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6DD6D-E6F2-4E9A-96F6-D26DAAF87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93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A9DA3-CF7C-884B-1AC4-BD0E0C9F0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21FE1-C411-79B4-3105-8FB3DDD69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103D2-F3CD-6679-57C7-3F1CB2876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A1891-16E8-C55A-054D-2D52651D3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1CD24-6196-4A7D-A10B-38BBBD8B3EA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AD162-5AFC-C0EE-057B-D69454EE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E9D79-39FD-0838-76D5-C389EB44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6DD6D-E6F2-4E9A-96F6-D26DAAF87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721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EF79B-6600-21C9-CE5D-67C2BD8B4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1B5AB-497F-7D43-D99B-D9A1CE7B2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71AD5-480E-196E-D964-0E402ECF2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88E09C-99D5-DCA6-77E7-A9D99D84F5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1BBC8-BF93-75D9-1B85-6CD590EF11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BE3E4C-4037-93C2-3657-1D0CEB16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1CD24-6196-4A7D-A10B-38BBBD8B3EA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57A857-3348-F171-2F54-3754267A9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5D7F31-AC09-C1AC-9DAA-856767E31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6DD6D-E6F2-4E9A-96F6-D26DAAF87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70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E8F31-5DED-618F-F338-3130891EB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746A4-0012-2455-29BB-54D5EBFE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1CD24-6196-4A7D-A10B-38BBBD8B3EA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EDF1F-9BB9-FB84-7EC1-906F899A5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5CFE6-9D4F-83EC-FD68-D5B99CFE4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6DD6D-E6F2-4E9A-96F6-D26DAAF87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451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1ADBEC-93E0-25E6-84F7-87415296B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1CD24-6196-4A7D-A10B-38BBBD8B3EA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7FE165-4A00-5371-48B5-89F25C0BC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532B5-903F-BEAB-53C4-BFDC58A7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6DD6D-E6F2-4E9A-96F6-D26DAAF87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029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4ED5F-8628-B7FC-E68E-12D338C1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A2F7-7968-68EB-C91C-5B8B29F22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51214-1566-6769-F2BC-B32E5D3FF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149F6-F58B-EEE8-822B-82AAD4B47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1CD24-6196-4A7D-A10B-38BBBD8B3EA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15710-CD08-C341-43FB-6898A15B0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85299-D631-9602-8FA4-C702E28A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6DD6D-E6F2-4E9A-96F6-D26DAAF87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17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0516E-ABF4-AA31-46A9-0F3C16409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97B284-1139-9555-11EE-0F5D521CB3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AC46A-DADF-B6A2-21F4-F05B0AA61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26663-FCD7-C5DF-8E62-E7E7B630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1CD24-6196-4A7D-A10B-38BBBD8B3EA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FB267-D39D-EBAA-7448-106BCEEDC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88645-D93D-3B9B-EAA4-5F99C51F5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6DD6D-E6F2-4E9A-96F6-D26DAAF87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77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B305B-5263-E8F8-41CD-030023F5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19EDE-5960-3F40-50AE-841BD7128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64C5A-C6E5-9BBA-0FD8-AAEBEDA8D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1CD24-6196-4A7D-A10B-38BBBD8B3EA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04E08-5D77-9EA5-A64A-02635F5BB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AEFC5-48B8-67DD-DED1-C2C837D8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6DD6D-E6F2-4E9A-96F6-D26DAAF87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611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CF300-413D-3BBF-6258-D73C2AFCA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06E4D-A906-7AE3-2A78-A2CDC0AD2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5A3D4-4EA1-9578-C7EA-BA151E78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1CD24-6196-4A7D-A10B-38BBBD8B3EA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27972-EAAD-706F-B31C-C3B737ACF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EE46F-B34F-6BCE-6A1A-C2821729A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6DD6D-E6F2-4E9A-96F6-D26DAAF87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429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ECDF9-B042-0BA2-9B1D-0DE1E92F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6C5D3-0B53-E7CA-47F7-FF30A7027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B1687-EE31-DF8F-AD5B-E141D94B6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1CD24-6196-4A7D-A10B-38BBBD8B3EA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43209-290F-0D20-E781-08F4977DB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FCB1A-9D65-5385-2197-4DC2D0286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6DD6D-E6F2-4E9A-96F6-D26DAAF87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52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DD9E-D447-B1BB-34D6-0E88D16521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3</a:t>
            </a:r>
            <a:r>
              <a:rPr lang="en-IN" baseline="30000" dirty="0"/>
              <a:t>rd</a:t>
            </a:r>
            <a:r>
              <a:rPr lang="en-IN" dirty="0"/>
              <a:t>_week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CB18D-370E-5399-BD8C-1BB8F4190D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94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4D105-6C0A-F0B3-11B2-06EC09F8F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Isabel_P</a:t>
            </a:r>
            <a:r>
              <a:rPr lang="en-IN" dirty="0"/>
              <a:t> ---- 10%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720942-EFD8-1D35-CC40-51E9536CE9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687462"/>
              </p:ext>
            </p:extLst>
          </p:nvPr>
        </p:nvGraphicFramePr>
        <p:xfrm>
          <a:off x="838203" y="1549400"/>
          <a:ext cx="10515597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761141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353021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38630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72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41.364668960462026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0.01823940482173232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06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Value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35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Spatial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41.22035482878928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0.01839017951663795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1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 Value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41.16808291319696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0.018404131098704275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020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 Spatial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41.26306497508458,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0.018264472658113217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921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Gradient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43.26823681592635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0.01482994908917413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39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Variance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43.68512124594528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0.01442832543987761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774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Edge biased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40.83573050942413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0.01942207310271568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797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35.30282518679983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0.03593847073228542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467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Gradient 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40.732747914260734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0.01966861640088154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377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Histogram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40.75430155398948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0.019466850244585766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440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818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BAE67-3D8A-71FD-4643-B94F56925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E2AC-3AE5-2F94-DEB3-570189E9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-168275"/>
            <a:ext cx="10515600" cy="1325563"/>
          </a:xfrm>
        </p:spPr>
        <p:txBody>
          <a:bodyPr/>
          <a:lstStyle/>
          <a:p>
            <a:r>
              <a:rPr lang="en-IN" dirty="0" err="1"/>
              <a:t>Isabel_P</a:t>
            </a:r>
            <a:r>
              <a:rPr lang="en-IN" dirty="0"/>
              <a:t> ---- 15%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029966-7615-74C4-7305-189D937F0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4200120"/>
              </p:ext>
            </p:extLst>
          </p:nvPr>
        </p:nvGraphicFramePr>
        <p:xfrm>
          <a:off x="280987" y="864102"/>
          <a:ext cx="11630025" cy="553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6675">
                  <a:extLst>
                    <a:ext uri="{9D8B030D-6E8A-4147-A177-3AD203B41FA5}">
                      <a16:colId xmlns:a16="http://schemas.microsoft.com/office/drawing/2014/main" val="2976114128"/>
                    </a:ext>
                  </a:extLst>
                </a:gridCol>
                <a:gridCol w="3876675">
                  <a:extLst>
                    <a:ext uri="{9D8B030D-6E8A-4147-A177-3AD203B41FA5}">
                      <a16:colId xmlns:a16="http://schemas.microsoft.com/office/drawing/2014/main" val="1135302129"/>
                    </a:ext>
                  </a:extLst>
                </a:gridCol>
                <a:gridCol w="3876675">
                  <a:extLst>
                    <a:ext uri="{9D8B030D-6E8A-4147-A177-3AD203B41FA5}">
                      <a16:colId xmlns:a16="http://schemas.microsoft.com/office/drawing/2014/main" val="4138630786"/>
                    </a:ext>
                  </a:extLst>
                </a:gridCol>
              </a:tblGrid>
              <a:tr h="27210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722840"/>
                  </a:ext>
                </a:extLst>
              </a:tr>
              <a:tr h="272101">
                <a:tc>
                  <a:txBody>
                    <a:bodyPr/>
                    <a:lstStyle/>
                    <a:p>
                      <a:r>
                        <a:rPr lang="en-IN" dirty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41.58550493794107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0.01757082863899625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065028"/>
                  </a:ext>
                </a:extLst>
              </a:tr>
              <a:tr h="469654">
                <a:tc>
                  <a:txBody>
                    <a:bodyPr/>
                    <a:lstStyle/>
                    <a:p>
                      <a:r>
                        <a:rPr lang="en-IN" dirty="0"/>
                        <a:t>Value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41.470309262813984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0.01784463859820697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35793"/>
                  </a:ext>
                </a:extLst>
              </a:tr>
              <a:tr h="469654">
                <a:tc>
                  <a:txBody>
                    <a:bodyPr/>
                    <a:lstStyle/>
                    <a:p>
                      <a:r>
                        <a:rPr lang="en-IN" dirty="0"/>
                        <a:t>Spatial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41.38529455233031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0.017823530252173227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17623"/>
                  </a:ext>
                </a:extLst>
              </a:tr>
              <a:tr h="469654">
                <a:tc>
                  <a:txBody>
                    <a:bodyPr/>
                    <a:lstStyle/>
                    <a:p>
                      <a:r>
                        <a:rPr lang="en-IN" dirty="0" err="1"/>
                        <a:t>Gradient_importance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43.676501604166766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0.014063312646764265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39857"/>
                  </a:ext>
                </a:extLst>
              </a:tr>
              <a:tr h="272101">
                <a:tc>
                  <a:txBody>
                    <a:bodyPr/>
                    <a:lstStyle/>
                    <a:p>
                      <a:r>
                        <a:rPr lang="en-IN" dirty="0"/>
                        <a:t>Variance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43.900285566062564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0.013875392159166207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774705"/>
                  </a:ext>
                </a:extLst>
              </a:tr>
              <a:tr h="469654">
                <a:tc>
                  <a:txBody>
                    <a:bodyPr/>
                    <a:lstStyle/>
                    <a:p>
                      <a:r>
                        <a:rPr lang="en-IN" dirty="0" err="1"/>
                        <a:t>Edge_biased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42.25142580830546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0.0163945375937739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880049"/>
                  </a:ext>
                </a:extLst>
              </a:tr>
              <a:tr h="272101">
                <a:tc>
                  <a:txBody>
                    <a:bodyPr/>
                    <a:lstStyle/>
                    <a:p>
                      <a:r>
                        <a:rPr lang="en-IN" dirty="0"/>
                        <a:t>Random Spatial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41.49931188852716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0.01764868046613241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117660"/>
                  </a:ext>
                </a:extLst>
              </a:tr>
              <a:tr h="272101">
                <a:tc>
                  <a:txBody>
                    <a:bodyPr/>
                    <a:lstStyle/>
                    <a:p>
                      <a:r>
                        <a:rPr lang="en-IN" dirty="0"/>
                        <a:t>Random Value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797943"/>
                  </a:ext>
                </a:extLst>
              </a:tr>
              <a:tr h="134306">
                <a:tc>
                  <a:txBody>
                    <a:bodyPr/>
                    <a:lstStyle/>
                    <a:p>
                      <a:r>
                        <a:rPr lang="en-IN" dirty="0"/>
                        <a:t>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35.68021478149638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0.034690248957687214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469279"/>
                  </a:ext>
                </a:extLst>
              </a:tr>
              <a:tr h="272101">
                <a:tc>
                  <a:txBody>
                    <a:bodyPr/>
                    <a:lstStyle/>
                    <a:p>
                      <a:r>
                        <a:rPr lang="en-IN" dirty="0"/>
                        <a:t>Gradient 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43.831938939523994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0.013740246269869385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637350"/>
                  </a:ext>
                </a:extLst>
              </a:tr>
              <a:tr h="272101">
                <a:tc>
                  <a:txBody>
                    <a:bodyPr/>
                    <a:lstStyle/>
                    <a:p>
                      <a:r>
                        <a:rPr lang="en-IN" dirty="0"/>
                        <a:t>Histogram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43.44364274952782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0.014118189353683126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595689"/>
                  </a:ext>
                </a:extLst>
              </a:tr>
              <a:tr h="2721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536618"/>
                  </a:ext>
                </a:extLst>
              </a:tr>
              <a:tr h="2721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295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62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0BDCB-1DE4-B933-6968-20D3532AA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E9B9-7A9E-A832-C37F-3CA9E0A58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Isabel_P</a:t>
            </a:r>
            <a:r>
              <a:rPr lang="en-IN" dirty="0"/>
              <a:t> ---- 50%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0DE824-5527-ECC0-A954-35270B8946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225131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761141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353021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38630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72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43.436698980059056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0.014287847485027956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06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Value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42.98209394048294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0.014779276670102825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35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1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3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774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702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CBA8E-AA85-8C45-DEED-63FDA5048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BD03E-832D-50BD-EEE2-895F22734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Isabel_QVAPOR</a:t>
            </a:r>
            <a:r>
              <a:rPr lang="en-IN" dirty="0"/>
              <a:t> ---- 10%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EC6B0A-75F0-53C8-9EC4-CE99AB7781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03196"/>
              </p:ext>
            </p:extLst>
          </p:nvPr>
        </p:nvGraphicFramePr>
        <p:xfrm>
          <a:off x="838200" y="1444625"/>
          <a:ext cx="10515597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761141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353021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38630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72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30.299700354705262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0.054942370074522615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06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Value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30.842786220642818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0.05381510317759741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35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Spatial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32.25186233727973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0.04800640939414482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1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 Spatial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31.175726096447264,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0.05307055038798978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3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 Value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774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Edge Biased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30.280084675115265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0.05939893082995899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639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Gradient_Importance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32.75768732887642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0.0487915104677284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70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Variance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32.6501823643039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0.046144684173606586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842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28.855586575952703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0.06868450098468075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051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Gradient 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31.585818561182602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0.053461089773292475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110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Histogram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21.19350917661147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0.20741200747468713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610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054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961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922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81D7D-9B1A-E376-EF5C-013F60F05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F75EB-56B5-7E44-0C6A-9DD85EA89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0"/>
            <a:ext cx="10515600" cy="1325563"/>
          </a:xfrm>
        </p:spPr>
        <p:txBody>
          <a:bodyPr/>
          <a:lstStyle/>
          <a:p>
            <a:r>
              <a:rPr lang="en-IN" dirty="0" err="1"/>
              <a:t>Isabel_QVAPOR</a:t>
            </a:r>
            <a:r>
              <a:rPr lang="en-IN" dirty="0"/>
              <a:t> ---- 15%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D80E4D-B1A1-630C-E636-62005E9F02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426801"/>
              </p:ext>
            </p:extLst>
          </p:nvPr>
        </p:nvGraphicFramePr>
        <p:xfrm>
          <a:off x="628653" y="1127760"/>
          <a:ext cx="10515597" cy="5033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761141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353021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38630786"/>
                    </a:ext>
                  </a:extLst>
                </a:gridCol>
              </a:tblGrid>
              <a:tr h="286579">
                <a:tc>
                  <a:txBody>
                    <a:bodyPr/>
                    <a:lstStyle/>
                    <a:p>
                      <a:r>
                        <a:rPr lang="en-IN" dirty="0"/>
                        <a:t>Sampling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722840"/>
                  </a:ext>
                </a:extLst>
              </a:tr>
              <a:tr h="286579">
                <a:tc>
                  <a:txBody>
                    <a:bodyPr/>
                    <a:lstStyle/>
                    <a:p>
                      <a:r>
                        <a:rPr lang="en-IN" dirty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32.45871206107828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0.04636702557979746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065028"/>
                  </a:ext>
                </a:extLst>
              </a:tr>
              <a:tr h="4946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Value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33.49362309774149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0.04484561821694094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35793"/>
                  </a:ext>
                </a:extLst>
              </a:tr>
              <a:tr h="4946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Spatial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33.166646714919466,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0.04614566944192313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30258"/>
                  </a:ext>
                </a:extLst>
              </a:tr>
              <a:tr h="286579">
                <a:tc>
                  <a:txBody>
                    <a:bodyPr/>
                    <a:lstStyle/>
                    <a:p>
                      <a:r>
                        <a:rPr lang="en-IN" dirty="0"/>
                        <a:t>Random Value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431459"/>
                  </a:ext>
                </a:extLst>
              </a:tr>
              <a:tr h="286579">
                <a:tc>
                  <a:txBody>
                    <a:bodyPr/>
                    <a:lstStyle/>
                    <a:p>
                      <a:r>
                        <a:rPr lang="en-IN" dirty="0"/>
                        <a:t>Random Spatial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33.159092157740844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0.044770535032919244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396633"/>
                  </a:ext>
                </a:extLst>
              </a:tr>
              <a:tr h="286579">
                <a:tc>
                  <a:txBody>
                    <a:bodyPr/>
                    <a:lstStyle/>
                    <a:p>
                      <a:r>
                        <a:rPr lang="en-IN" dirty="0"/>
                        <a:t>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29.394495135797104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0.06513559148079981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162099"/>
                  </a:ext>
                </a:extLst>
              </a:tr>
              <a:tr h="286579">
                <a:tc>
                  <a:txBody>
                    <a:bodyPr/>
                    <a:lstStyle/>
                    <a:p>
                      <a:r>
                        <a:rPr lang="en-IN" dirty="0"/>
                        <a:t>Gradient 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33.082705445205114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0.04484023588109025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920522"/>
                  </a:ext>
                </a:extLst>
              </a:tr>
              <a:tr h="286579">
                <a:tc>
                  <a:txBody>
                    <a:bodyPr/>
                    <a:lstStyle/>
                    <a:p>
                      <a:r>
                        <a:rPr lang="en-IN" dirty="0"/>
                        <a:t>Histogram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22.59940110068481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0.18386100280046375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840057"/>
                  </a:ext>
                </a:extLst>
              </a:tr>
              <a:tr h="494643">
                <a:tc>
                  <a:txBody>
                    <a:bodyPr/>
                    <a:lstStyle/>
                    <a:p>
                      <a:r>
                        <a:rPr lang="en-IN" dirty="0"/>
                        <a:t>Edge Biased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31.94056929796119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0.049585838230370965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493244"/>
                  </a:ext>
                </a:extLst>
              </a:tr>
              <a:tr h="494643">
                <a:tc>
                  <a:txBody>
                    <a:bodyPr/>
                    <a:lstStyle/>
                    <a:p>
                      <a:r>
                        <a:rPr lang="en-IN" dirty="0"/>
                        <a:t>Gradient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33.85864146165002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0.041011193844237806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774705"/>
                  </a:ext>
                </a:extLst>
              </a:tr>
              <a:tr h="494643">
                <a:tc>
                  <a:txBody>
                    <a:bodyPr/>
                    <a:lstStyle/>
                    <a:p>
                      <a:r>
                        <a:rPr lang="en-IN" dirty="0"/>
                        <a:t>Variance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33.05466656168783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0.04239774068872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384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366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182C4-2188-A70D-0808-59CDDF48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28430-71D3-FE14-F707-26434FB87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Isabel_QVAPOR</a:t>
            </a:r>
            <a:r>
              <a:rPr lang="en-IN" dirty="0"/>
              <a:t> ---- 50%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AC871A-2147-1034-88E8-62670BC1CF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761141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353021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38630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72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06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35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1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3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774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8284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B6A61-1A37-F0B0-DBD2-336CB4307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58F22-5618-03DE-91A1-733E93074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Foot ---- 10%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0D2728-EEFC-62E8-AE79-EA75406265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7519735"/>
              </p:ext>
            </p:extLst>
          </p:nvPr>
        </p:nvGraphicFramePr>
        <p:xfrm>
          <a:off x="838200" y="1825625"/>
          <a:ext cx="10515597" cy="441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761141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353021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38630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72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PSNR: 36.970150989397524, RMSE: 0.03035222006264096</a:t>
                      </a:r>
                    </a:p>
                    <a:p>
                      <a:r>
                        <a:rPr lang="en-IN" dirty="0" err="1"/>
                        <a:t>dataset_name</a:t>
                      </a:r>
                      <a:r>
                        <a:rPr lang="en-IN" dirty="0"/>
                        <a:t>: foot, </a:t>
                      </a:r>
                      <a:r>
                        <a:rPr lang="en-IN" dirty="0" err="1"/>
                        <a:t>varname</a:t>
                      </a:r>
                      <a:r>
                        <a:rPr lang="en-IN" dirty="0"/>
                        <a:t>: </a:t>
                      </a:r>
                      <a:r>
                        <a:rPr lang="en-IN" dirty="0" err="1"/>
                        <a:t>ImageFile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model_name</a:t>
                      </a:r>
                      <a:r>
                        <a:rPr lang="en-IN" dirty="0"/>
                        <a:t>: </a:t>
                      </a:r>
                      <a:r>
                        <a:rPr lang="en-IN" dirty="0" err="1"/>
                        <a:t>foot_ImageFile</a:t>
                      </a:r>
                      <a:r>
                        <a:rPr lang="en-IN" dirty="0"/>
                        <a:t>_, </a:t>
                      </a:r>
                      <a:r>
                        <a:rPr lang="en-IN" dirty="0" err="1"/>
                        <a:t>sampling_strategy</a:t>
                      </a:r>
                      <a:r>
                        <a:rPr lang="en-IN" dirty="0"/>
                        <a:t>: random, </a:t>
                      </a:r>
                      <a:r>
                        <a:rPr lang="en-IN" dirty="0" err="1"/>
                        <a:t>sampling_percentage</a:t>
                      </a:r>
                      <a:r>
                        <a:rPr lang="en-IN" dirty="0"/>
                        <a:t>: 10.0, PSNR: 36.970150989397524, RMSE: 0.03035222006264096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06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35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1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3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774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3178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4BFD0-5A5E-3DC7-1338-0C32CA186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43FFF-F262-A90F-6ABD-E2FE0DCD6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Foot ---- 15%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7D5EFB-8BD8-7D5B-CFF2-0D7F10F6D6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600538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761141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353021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38630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72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37.45501660496102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0.02873191815643834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06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35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1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3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774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686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9F1E-6401-BDD6-5C7F-9D851C82D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0B7B-C05D-7BDE-7C28-D885AD42E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Foot ---- 50%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7A0E5C-3488-0CAC-19C4-D174676ADE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761141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353021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38630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72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06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35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1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3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774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6952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BFF93-C403-4761-6715-C71A52BA6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9B58-D9AB-B90A-C27D-A6100BDF6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1325563"/>
          </a:xfrm>
        </p:spPr>
        <p:txBody>
          <a:bodyPr/>
          <a:lstStyle/>
          <a:p>
            <a:r>
              <a:rPr lang="en-IN" dirty="0"/>
              <a:t>MixFrac_41---- 10%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4F18F8-04BD-E201-A405-E82382E98C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7971135"/>
              </p:ext>
            </p:extLst>
          </p:nvPr>
        </p:nvGraphicFramePr>
        <p:xfrm>
          <a:off x="647703" y="1520825"/>
          <a:ext cx="10515597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761141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353021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38630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72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27.651336688700553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0.09878844679541127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06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Value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35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Spatial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27.656404415876672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0.0982859996994095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1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Random Value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28.679359412049585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0.09131761499212838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110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 Spatial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28.0162308268905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0.09730383361788528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3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Gradient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19.30117095429701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0.5104213681400731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774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Edge Biased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23.540609938729744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0.1510016507364225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65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29.756026654129787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0.09909423607616001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475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Histogram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15.774293204867202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1.0832932392698662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92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Gradient 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30.21217291517416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0.12009014729588009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999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Variance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18.596078303631053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0.6099051434410137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179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649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1AF70-5FCB-AF0A-60A0-B577A28B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7B63-66C5-9AA0-ACE3-30ECFCE0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MixFrac</a:t>
            </a:r>
            <a:r>
              <a:rPr lang="en-IN" dirty="0"/>
              <a:t>---- 15%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A163E3-1257-2D81-D388-7C1107C55B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2900582"/>
              </p:ext>
            </p:extLst>
          </p:nvPr>
        </p:nvGraphicFramePr>
        <p:xfrm>
          <a:off x="838200" y="1825625"/>
          <a:ext cx="10515597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761141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353021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38630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72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29.01122235078312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0.08362830206085965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06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Value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35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Spatial 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29.613325268479656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0.08102325731210665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1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random_spatial_stratified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28.895168911577706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0.08309522979345789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3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Importance_gradient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19.976858356893533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0.4281251300451532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774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Edge Biased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26.957116621594732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0.11445668821170357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919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30.92528004519552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0.08583486530204099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94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Gradient 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32.05039178222201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0.09460435142383901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970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Histogram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15.262063800886223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1.0501711327429017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65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Gradient 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32.02576432023338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0.09633168420434429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746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Variance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19.59618476486486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0.4171623910387807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951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27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C2701-8FF6-ECFB-3599-B90FECC38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AC321-D208-9F24-39A5-5FCD6D7B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MixFrac</a:t>
            </a:r>
            <a:r>
              <a:rPr lang="en-IN" dirty="0"/>
              <a:t> ---- 50%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7E8ECA-28D2-3564-CDED-402F14248D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761141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353021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38630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72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06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35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1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3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774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628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3361</TotalTime>
  <Words>413</Words>
  <Application>Microsoft Office PowerPoint</Application>
  <PresentationFormat>Widescreen</PresentationFormat>
  <Paragraphs>242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3rd_week </vt:lpstr>
      <vt:lpstr>Isabel_P ---- 10%</vt:lpstr>
      <vt:lpstr>Isabel_P ---- 15%</vt:lpstr>
      <vt:lpstr>Isabel_P ---- 50%</vt:lpstr>
      <vt:lpstr>Isabel_QVAPOR ---- 10%</vt:lpstr>
      <vt:lpstr>Isabel_QVAPOR ---- 15%</vt:lpstr>
      <vt:lpstr>Isabel_QVAPOR ---- 50%</vt:lpstr>
      <vt:lpstr>Foot ---- 10%</vt:lpstr>
      <vt:lpstr>Foot ---- 15%</vt:lpstr>
      <vt:lpstr>Foot ---- 50%</vt:lpstr>
      <vt:lpstr>MixFrac_41---- 10%</vt:lpstr>
      <vt:lpstr>MixFrac---- 15%</vt:lpstr>
      <vt:lpstr>MixFrac ---- 50%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Arpita santra</dc:creator>
  <cp:lastModifiedBy>Arpita santra</cp:lastModifiedBy>
  <cp:revision>31</cp:revision>
  <dcterms:created xsi:type="dcterms:W3CDTF">2026-05-15T18:17:30Z</dcterms:created>
  <dcterms:modified xsi:type="dcterms:W3CDTF">2026-05-18T08:52:45Z</dcterms:modified>
</cp:coreProperties>
</file>